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8E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CCC"/>
                </a:solidFill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UITS Bus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E0E0"/>
                </a:solidFill>
              </a:rPr>
              <a:t>A real-time, role-based web application for managing
university bus operations efficiently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4160520"/>
            <a:ext cx="158191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CCC"/>
                </a:solidFill>
              </a:rPr>
              <a:t>University of Information Technology &amp; Sciences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47088"/>
            <a:ext cx="82296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Students had no real-time visibility into bus locations, delays, or capacity — leading to missed buses and long wait times.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05456"/>
            <a:ext cx="82296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Admins managed bus operations through phone calls and manual processes with no centralized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63824"/>
            <a:ext cx="82296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540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No structured way for students to report issues such as overcrowding, breakdowns, or driver misconduct.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22192"/>
            <a:ext cx="82296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124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Notification of delays or cancellations relied on word-of-mouth, causing widespread confusion among students.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11274552" cy="77724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120640"/>
            <a:ext cx="64008" cy="7772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Goal:  Build a unified digital platform that connects students, drivers, admins, and management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1645920"/>
          </a:xfrm>
          <a:prstGeom prst="rect">
            <a:avLst/>
          </a:prstGeom>
          <a:solidFill>
            <a:srgbClr val="0A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99"/>
                </a:solidFill>
              </a:rPr>
              <a:t>🔔  Push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8600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Real-time alerts to students about delays, cancellations, and status changes via Firebase Cloud Messaging.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566160" cy="1645920"/>
          </a:xfrm>
          <a:prstGeom prst="rect">
            <a:avLst/>
          </a:prstGeom>
          <a:solidFill>
            <a:srgbClr val="0A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9019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99"/>
                </a:solidFill>
              </a:rPr>
              <a:t>📊  Live Bus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28600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Admins update status (On Time / Delayed / Full) instantly. Students see changes reflected in real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737360"/>
            <a:ext cx="3566160" cy="1645920"/>
          </a:xfrm>
          <a:prstGeom prst="rect">
            <a:avLst/>
          </a:prstGeom>
          <a:solidFill>
            <a:srgbClr val="0A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9019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99"/>
                </a:solidFill>
              </a:rPr>
              <a:t>📷  QR Code Scanning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28600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Students scan a QR code to verify their assigned bus and view full route information instantly.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3566160" cy="1645920"/>
          </a:xfrm>
          <a:prstGeom prst="rect">
            <a:avLst/>
          </a:prstGeom>
          <a:solidFill>
            <a:srgbClr val="0A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730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99"/>
                </a:solidFill>
              </a:rPr>
              <a:t>🚨  Issue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11480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Students submit reports for overcrowding or breakdowns. Admins track, manage, and resolve them.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566160"/>
            <a:ext cx="3566160" cy="1645920"/>
          </a:xfrm>
          <a:prstGeom prst="rect">
            <a:avLst/>
          </a:prstGeom>
          <a:solidFill>
            <a:srgbClr val="0A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3730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99"/>
                </a:solidFill>
              </a:rPr>
              <a:t>🔐  Role-Based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411480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Five distinct roles — Super Admin, Admin, Moderator, Driver, Student — each with a tailored dashboard.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566160"/>
            <a:ext cx="3566160" cy="1645920"/>
          </a:xfrm>
          <a:prstGeom prst="rect">
            <a:avLst/>
          </a:prstGeom>
          <a:solidFill>
            <a:srgbClr val="0A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3730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99"/>
                </a:solidFill>
              </a:rPr>
              <a:t>🌙  Dark / Light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411480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Full theme support for comfortable use in all lighting conditions across all device 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Tech Stack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393192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5661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105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377440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React 18 + TypeScript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907792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Vite 6 (build tool)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38144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Tailwind CSS v4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968496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770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Radix UI components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4498848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074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Lucide React icons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5029200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next-themes (dark mode)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1737360"/>
            <a:ext cx="3566160" cy="393192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1737360"/>
            <a:ext cx="35661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18105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Backend &amp; 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2377440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22860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Firebase Authentication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2907792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28163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Cloud Firestore (real-time DB)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5424" y="3438144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34670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Firebase Cloud Messaging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35424" y="3968496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38770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Firebase Analytics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4498848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44074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html5-qrcode library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5424" y="5029200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872" y="49377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Firestore Security Rules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4464" y="1737360"/>
            <a:ext cx="3566160" cy="393192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84464" y="1737360"/>
            <a:ext cx="35661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18105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Quality &amp; Deployment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49056" y="2377440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4504" y="22860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Vitest unit testing (17 tests)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49056" y="2907792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04504" y="28163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Testing Library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49056" y="3438144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04504" y="334670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GitHub Pages (live hosting)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49056" y="3968496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04504" y="38770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Netlify (alt. deployment)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49056" y="4498848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04504" y="44074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Dev-only logger utility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49056" y="5029200"/>
            <a:ext cx="6400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04504" y="49377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Git history security hardening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Role-Based Dashboards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" cy="7498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99"/>
                </a:solidFill>
              </a:rPr>
              <a:t>👑  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031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Manages the entire fleet — adds/removes buses, assigns admins &amp; moderators, views all reports, generates QR codes for each bus.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0048"/>
            <a:ext cx="54864" cy="7498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883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99"/>
                </a:solidFill>
              </a:rPr>
              <a:t>🛠 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3580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Manages assigned buses, updates real-time bus status, sends push notifications to students, resolves student-submitted reports.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02736"/>
            <a:ext cx="54864" cy="7498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6210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99"/>
                </a:solidFill>
              </a:rPr>
              <a:t>👁  Moderator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96849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Monitors operations across buses, views all reports and notifications, and assists in issue resolution and escalation.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35424"/>
            <a:ext cx="54864" cy="7498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5537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99"/>
                </a:solidFill>
              </a:rPr>
              <a:t>🚌  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0118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Views assigned route and stop schedule, receives admin notifications, and updates personal availability status.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68112"/>
            <a:ext cx="54864" cy="7498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486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99"/>
                </a:solidFill>
              </a:rPr>
              <a:t>🎓  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8338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Scans QR code to verify assigned bus, receives real-time push notifications, reports issues, and views live bus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Security &amp;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6B6B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User Roles with
isolated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6B6B"/>
                </a:solidFill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14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Unit tests
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91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6B6B"/>
                </a:solidFill>
              </a:rPr>
              <a:t>50ms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14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Mock login
(no network round-trip)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11274552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99"/>
                </a:solidFill>
              </a:rPr>
              <a:t>Security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✅  Firestore rules require authenticated users on all collections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✅  Firebase session verified on every app load via onAuthStateChanged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✅  .env credentials removed from git history (filter-branch)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✅  Dev-only logger — no sensitive logs leak to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99"/>
                </a:solidFill>
              </a:rPr>
              <a:t>Performance Optimisations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9319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⚡  Mock user login is instant — local data checked before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43891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⚡  Two Firestore reads run in parallel using Promise.all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4846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⚡  useMemo &amp; useCallback reduce unnecessary re-renders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53035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⚡  All Firestore queries capped at 50 records (no unbounded reads)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8E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CCC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Built. Tested. Deployed.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874519"/>
            <a:ext cx="1216152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E0E0"/>
                </a:solidFill>
              </a:rPr>
              <a:t>The UITS Bus Management System successfully digitizes and centralises university bus
operations — delivering real-time updates, structured communication, and a secure,
role-based experience for every stakeholder.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3566160" cy="457200"/>
          </a:xfrm>
          <a:prstGeom prst="rect">
            <a:avLst/>
          </a:prstGeom>
          <a:solidFill>
            <a:srgbClr val="9B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19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Firebase Auth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3246120"/>
            <a:ext cx="3566160" cy="457200"/>
          </a:xfrm>
          <a:prstGeom prst="rect">
            <a:avLst/>
          </a:prstGeom>
          <a:solidFill>
            <a:srgbClr val="9B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3319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Real-time Firestore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998" y="3246120"/>
            <a:ext cx="3566160" cy="457200"/>
          </a:xfrm>
          <a:prstGeom prst="rect">
            <a:avLst/>
          </a:prstGeom>
          <a:solidFill>
            <a:srgbClr val="9B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3319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Push 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3566160" cy="457200"/>
          </a:xfrm>
          <a:prstGeom prst="rect">
            <a:avLst/>
          </a:prstGeom>
          <a:solidFill>
            <a:srgbClr val="9B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13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QR Scanning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3840480"/>
            <a:ext cx="3566160" cy="457200"/>
          </a:xfrm>
          <a:prstGeom prst="rect">
            <a:avLst/>
          </a:prstGeom>
          <a:solidFill>
            <a:srgbClr val="9B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3913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17 Unit 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0998" y="3840480"/>
            <a:ext cx="3566160" cy="457200"/>
          </a:xfrm>
          <a:prstGeom prst="rect">
            <a:avLst/>
          </a:prstGeom>
          <a:solidFill>
            <a:srgbClr val="9B2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8" y="3913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Live on GitHub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CC"/>
                </a:solidFill>
              </a:rPr>
              <a:t>Live Site: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5604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https://godf4therbd.github.io/UITS_bus_management/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CC"/>
                </a:solidFill>
              </a:rPr>
              <a:t>Source Code:  github.com/godf4therbd/UITS_bus_management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